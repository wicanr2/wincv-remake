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9ADE50-9A60-47ED-94A4-98C68C440B7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360000" y="360000"/>
            <a:ext cx="36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這是講稿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F2DBA9-E789-4704-A264-10C18C5330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AF6F63-C6FA-4211-B6D5-D8CDEF28A6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0E6EC8-7F27-456C-982D-88C780BB485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第一張投影片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44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條列一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次層條列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第二張投影片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