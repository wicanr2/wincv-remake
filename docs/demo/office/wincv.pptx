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99B8B2-2540-471D-AAD5-6239F4BC7A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360000" y="360000"/>
            <a:ext cx="36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講稿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標準不是「功能差不多就好」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是逐格對過。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F7034-F578-435D-8EFD-7F7236EE7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D7E05-DB70-452C-9B3D-E8464DC30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E464D1-193C-40DE-A26A-A4E7945FB3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WinCV 0.52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重製版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44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1999-2011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年的台灣共享軟體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作者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Lcc Wizard(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林健總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原站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cview.com.tw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用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重寫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四個平台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逆向的對象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44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wincv.exe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只是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Win32Forth kernel,52 KB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WINCV.IMG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才是程式本體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,1.52 MB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3663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個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9497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筆符號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沒有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oracle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就不寫解碼器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0000" y="144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六個自寫的解碼器都逐檔比對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sha256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沒驗過的解碼器會安靜地解出錯的檔案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那比明講不支援更麻煩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